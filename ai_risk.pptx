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9.png"/><Relationship Id="rId12" Type="http://schemas.openxmlformats.org/officeDocument/2006/relationships/image" Target="../media/image-2-10.svg"/><Relationship Id="rId13" Type="http://schemas.openxmlformats.org/officeDocument/2006/relationships/image" Target="../media/image-2-9.png"/><Relationship Id="rId14" Type="http://schemas.openxmlformats.org/officeDocument/2006/relationships/image" Target="../media/image-2-10.svg"/><Relationship Id="rId15" Type="http://schemas.openxmlformats.org/officeDocument/2006/relationships/image" Target="../media/image-2-9.png"/><Relationship Id="rId16" Type="http://schemas.openxmlformats.org/officeDocument/2006/relationships/image" Target="../media/image-2-10.sv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294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 &amp; Solution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552635" y="1346795"/>
            <a:ext cx="5467610" cy="4818261"/>
          </a:xfrm>
          <a:prstGeom prst="roundRect">
            <a:avLst>
              <a:gd name="adj" fmla="val 226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03840" y="1482824"/>
            <a:ext cx="987500" cy="229691"/>
          </a:xfrm>
          <a:prstGeom prst="roundRect">
            <a:avLst>
              <a:gd name="adj" fmla="val 2212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94524" y="1528167"/>
            <a:ext cx="141571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03840" y="1760835"/>
            <a:ext cx="516519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What's Holding Teams Back</a:t>
            </a:r>
            <a:endParaRPr lang="en-US" sz="14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0493" y="2137718"/>
            <a:ext cx="226808" cy="2268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5258" y="2133104"/>
            <a:ext cx="467378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Fragmented Data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95258" y="2490291"/>
            <a:ext cx="467378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plans, status reports, and communication logs siloed across systems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0493" y="3172172"/>
            <a:ext cx="226808" cy="2268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95258" y="3167559"/>
            <a:ext cx="467378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Risk Analysis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95258" y="3524746"/>
            <a:ext cx="467378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Time-consuming and subjective, leading to inconsistent prioritization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493" y="3988941"/>
            <a:ext cx="226808" cy="22681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95258" y="3984327"/>
            <a:ext cx="467378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AI Automation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95258" y="4341515"/>
            <a:ext cx="467378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intelligent systems to analyze diverse data and automate communication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0493" y="5023396"/>
            <a:ext cx="226808" cy="22681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95258" y="5018782"/>
            <a:ext cx="467378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Cascading Failures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195258" y="5375970"/>
            <a:ext cx="467378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Delays, budget overruns, and stakeholder dissatisfaction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286640" y="1482824"/>
            <a:ext cx="1008533" cy="229691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377324" y="1528167"/>
            <a:ext cx="143675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SOLUTION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6286640" y="1760835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AI-Powered Program Intelligence</a:t>
            </a:r>
            <a:endParaRPr lang="en-US" sz="14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43293" y="2137718"/>
            <a:ext cx="226808" cy="22681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78059" y="2133104"/>
            <a:ext cx="4758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Multi-Agent AI System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6778059" y="2490291"/>
            <a:ext cx="475851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Synthesizes project data to detect risks and generate mitigation plans automatically</a:t>
            </a:r>
            <a:endParaRPr lang="en-US" sz="11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43293" y="3172172"/>
            <a:ext cx="226808" cy="22681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78059" y="3167559"/>
            <a:ext cx="4758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Communications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6778059" y="3524746"/>
            <a:ext cx="475851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Stakeholder messages customized by audience and role — no manual drafting</a:t>
            </a:r>
            <a:endParaRPr lang="en-US" sz="11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43293" y="4206627"/>
            <a:ext cx="226808" cy="22681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778059" y="4202013"/>
            <a:ext cx="4758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Risk Dashboard</a:t>
            </a:r>
            <a:endParaRPr lang="en-US" sz="1450" dirty="0"/>
          </a:p>
        </p:txBody>
      </p:sp>
      <p:sp>
        <p:nvSpPr>
          <p:cNvPr id="30" name="Text 21"/>
          <p:cNvSpPr/>
          <p:nvPr/>
        </p:nvSpPr>
        <p:spPr>
          <a:xfrm>
            <a:off x="6778059" y="4559201"/>
            <a:ext cx="475851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60% reduction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communication drafting time with real-time risk visibility</a:t>
            </a:r>
            <a:endParaRPr lang="en-US" sz="11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43293" y="5241082"/>
            <a:ext cx="226808" cy="22681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778059" y="5236468"/>
            <a:ext cx="4758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Seamless Integration</a:t>
            </a:r>
            <a:endParaRPr lang="en-US" sz="1450" dirty="0"/>
          </a:p>
        </p:txBody>
      </p:sp>
      <p:sp>
        <p:nvSpPr>
          <p:cNvPr id="33" name="Text 23"/>
          <p:cNvSpPr/>
          <p:nvPr/>
        </p:nvSpPr>
        <p:spPr>
          <a:xfrm>
            <a:off x="6778059" y="5593655"/>
            <a:ext cx="475851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Role-based authentication and integration with PM and communication tools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2026-08-08T05:39:17Z</dcterms:created>
  <dcterms:modified xsi:type="dcterms:W3CDTF">2026-08-08T05:39:17Z</dcterms:modified>
</cp:coreProperties>
</file>